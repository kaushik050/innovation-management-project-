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685800" y="1346947"/>
            <a:ext cx="7772400" cy="80683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685800" y="4282763"/>
            <a:ext cx="7772400" cy="80683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685800" y="1484779"/>
            <a:ext cx="7772400" cy="2743200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>
            <a:grpSpLocks noChangeAspect="1"/>
          </p:cNvGrpSpPr>
          <p:nvPr/>
        </p:nvGrpSpPr>
        <p:grpSpPr>
          <a:xfrm>
            <a:off x="7234780" y="4107023"/>
            <a:ext cx="914400" cy="914400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88670" y="1432223"/>
            <a:ext cx="759333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6400" b="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02386" y="4389120"/>
            <a:ext cx="5918454" cy="1069848"/>
          </a:xfrm>
        </p:spPr>
        <p:txBody>
          <a:bodyPr>
            <a:norm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12805" y="6272785"/>
            <a:ext cx="474573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244280" y="4227195"/>
            <a:ext cx="895401" cy="640080"/>
          </a:xfrm>
        </p:spPr>
        <p:txBody>
          <a:bodyPr/>
          <a:lstStyle>
            <a:lvl1pPr>
              <a:defRPr sz="2800" b="1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79983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81062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9144000" cy="1940010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346" y="1225296"/>
            <a:ext cx="696087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6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4330" y="5020056"/>
            <a:ext cx="6789420" cy="1066800"/>
          </a:xfrm>
        </p:spPr>
        <p:txBody>
          <a:bodyPr anchor="t">
            <a:normAutofit/>
          </a:bodyPr>
          <a:lstStyle>
            <a:lvl1pPr marL="0" indent="0">
              <a:buNone/>
              <a:defRPr sz="1800" b="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45251" y="6272785"/>
            <a:ext cx="1983232" cy="365125"/>
          </a:xfrm>
        </p:spPr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36099" y="6272784"/>
            <a:ext cx="4745736" cy="365125"/>
          </a:xfrm>
        </p:spPr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633862" y="2430623"/>
            <a:ext cx="914400" cy="914400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450" y="2508607"/>
            <a:ext cx="891224" cy="720332"/>
          </a:xfrm>
        </p:spPr>
        <p:txBody>
          <a:bodyPr/>
          <a:lstStyle>
            <a:lvl1pPr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82884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60"/>
            <a:ext cx="365760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92218" y="2194560"/>
            <a:ext cx="365760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68690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048256"/>
            <a:ext cx="365760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2743200"/>
            <a:ext cx="365760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20793" y="2048256"/>
            <a:ext cx="365760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20793" y="2743200"/>
            <a:ext cx="365760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13530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03542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07133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6227806" y="1"/>
            <a:ext cx="2916194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12230" y="685800"/>
            <a:ext cx="2400300" cy="1737360"/>
          </a:xfrm>
        </p:spPr>
        <p:txBody>
          <a:bodyPr anchor="b">
            <a:normAutofit/>
          </a:bodyPr>
          <a:lstStyle>
            <a:lvl1pPr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685800"/>
            <a:ext cx="5033772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12230" y="2423160"/>
            <a:ext cx="24003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35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8522664" y="6255258"/>
            <a:ext cx="393192" cy="393192"/>
            <a:chOff x="8532189" y="5068824"/>
            <a:chExt cx="393192" cy="393192"/>
          </a:xfrm>
        </p:grpSpPr>
        <p:sp>
          <p:nvSpPr>
            <p:cNvPr id="13" name="Oval 12"/>
            <p:cNvSpPr>
              <a:spLocks noChangeAspect="1"/>
            </p:cNvSpPr>
            <p:nvPr/>
          </p:nvSpPr>
          <p:spPr>
            <a:xfrm>
              <a:off x="8532189" y="5068824"/>
              <a:ext cx="393192" cy="39319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4" name="Oval 13"/>
            <p:cNvSpPr>
              <a:spLocks noChangeAspect="1"/>
            </p:cNvSpPr>
            <p:nvPr/>
          </p:nvSpPr>
          <p:spPr>
            <a:xfrm>
              <a:off x="8568766" y="5105400"/>
              <a:ext cx="320039" cy="320040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00570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6227806" y="1"/>
            <a:ext cx="2916194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12230" y="685800"/>
            <a:ext cx="2400300" cy="1737360"/>
          </a:xfrm>
        </p:spPr>
        <p:txBody>
          <a:bodyPr anchor="b">
            <a:normAutofit/>
          </a:bodyPr>
          <a:lstStyle>
            <a:lvl1pPr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6227805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12230" y="2423160"/>
            <a:ext cx="24003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35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8522664" y="6255258"/>
            <a:ext cx="393192" cy="393192"/>
            <a:chOff x="8532189" y="5068824"/>
            <a:chExt cx="393192" cy="393192"/>
          </a:xfrm>
        </p:grpSpPr>
        <p:sp>
          <p:nvSpPr>
            <p:cNvPr id="13" name="Oval 12"/>
            <p:cNvSpPr>
              <a:spLocks noChangeAspect="1"/>
            </p:cNvSpPr>
            <p:nvPr/>
          </p:nvSpPr>
          <p:spPr>
            <a:xfrm>
              <a:off x="8532189" y="5068824"/>
              <a:ext cx="393192" cy="39319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4" name="Oval 13"/>
            <p:cNvSpPr>
              <a:spLocks noChangeAspect="1"/>
            </p:cNvSpPr>
            <p:nvPr/>
          </p:nvSpPr>
          <p:spPr>
            <a:xfrm>
              <a:off x="8568766" y="5105400"/>
              <a:ext cx="320039" cy="320040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44992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44832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533400"/>
            <a:ext cx="1914525" cy="5638800"/>
          </a:xfrm>
        </p:spPr>
        <p:txBody>
          <a:bodyPr vert="eaVert"/>
          <a:lstStyle>
            <a:lvl1pPr>
              <a:defRPr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00100" y="533400"/>
            <a:ext cx="5629275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38527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/>
        </p:nvGrpSpPr>
        <p:grpSpPr>
          <a:xfrm>
            <a:off x="8522664" y="6255258"/>
            <a:ext cx="393192" cy="393192"/>
            <a:chOff x="8532189" y="5068824"/>
            <a:chExt cx="393192" cy="393192"/>
          </a:xfrm>
        </p:grpSpPr>
        <p:sp>
          <p:nvSpPr>
            <p:cNvPr id="8" name="Oval 7"/>
            <p:cNvSpPr>
              <a:spLocks noChangeAspect="1"/>
            </p:cNvSpPr>
            <p:nvPr/>
          </p:nvSpPr>
          <p:spPr>
            <a:xfrm>
              <a:off x="8532189" y="5068824"/>
              <a:ext cx="393192" cy="393192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>
              <a:spLocks noChangeAspect="1"/>
            </p:cNvSpPr>
            <p:nvPr/>
          </p:nvSpPr>
          <p:spPr>
            <a:xfrm>
              <a:off x="8568766" y="5105400"/>
              <a:ext cx="320039" cy="320040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0" y="484632"/>
            <a:ext cx="7772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21408"/>
            <a:ext cx="7772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92368" y="6272785"/>
            <a:ext cx="24551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272785"/>
            <a:ext cx="47457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83346" y="6272785"/>
            <a:ext cx="4800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 b="1" spc="-70" baseline="0">
                <a:solidFill>
                  <a:srgbClr val="FFFFFF"/>
                </a:solidFill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84674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200" b="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Quick Service Finder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 Smart Local Service Discovery and Booking Platform</a:t>
            </a:r>
            <a:endParaRPr lang="en-US" dirty="0"/>
          </a:p>
          <a:p>
            <a:endParaRPr lang="en-IN" dirty="0"/>
          </a:p>
          <a:p>
            <a:pPr marL="0" indent="0">
              <a:buNone/>
            </a:pPr>
            <a:endParaRPr dirty="0"/>
          </a:p>
          <a:p>
            <a:r>
              <a:rPr lang="en-US" dirty="0"/>
              <a:t>Team Members:</a:t>
            </a:r>
          </a:p>
          <a:p>
            <a:r>
              <a:rPr lang="en-US" sz="1800" dirty="0"/>
              <a:t>P HARSHA VARDHAN - 2320030011</a:t>
            </a:r>
          </a:p>
          <a:p>
            <a:r>
              <a:rPr lang="en-US" sz="1800" dirty="0"/>
              <a:t>Y S KAUSHIK REDDY – 2320030050</a:t>
            </a:r>
          </a:p>
          <a:p>
            <a:r>
              <a:rPr lang="en-US" sz="1800" dirty="0"/>
              <a:t>VENU GOUD – 2320030392</a:t>
            </a:r>
          </a:p>
          <a:p>
            <a:r>
              <a:rPr lang="en-US" sz="1800"/>
              <a:t>K PRANAY - 2320030481</a:t>
            </a:r>
            <a:endParaRPr lang="en-US" sz="1800" dirty="0"/>
          </a:p>
          <a:p>
            <a:endParaRPr lang="en-US" sz="1800" dirty="0"/>
          </a:p>
          <a:p>
            <a:endParaRPr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Platform to find and book local services easily.</a:t>
            </a:r>
          </a:p>
          <a:p>
            <a:r>
              <a:t>Saves time and effort.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Hard to find trusted services</a:t>
            </a:r>
          </a:p>
          <a:p>
            <a:r>
              <a:t>Time-consuming process</a:t>
            </a:r>
          </a:p>
          <a:p>
            <a:r>
              <a:t>No central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Web app to search and book services</a:t>
            </a:r>
          </a:p>
          <a:p>
            <a:r>
              <a:t>Quick and easy access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Login/Register</a:t>
            </a:r>
          </a:p>
          <a:p>
            <a:r>
              <a:t>Service Listing</a:t>
            </a:r>
          </a:p>
          <a:p>
            <a:r>
              <a:t>Booking System</a:t>
            </a:r>
          </a:p>
          <a:p>
            <a:r>
              <a:t>Admin Panel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Frontend: HTML, CSS, JS/React</a:t>
            </a:r>
          </a:p>
          <a:p>
            <a:r>
              <a:t>Backend: Python Flask</a:t>
            </a:r>
          </a:p>
          <a:p>
            <a:r>
              <a:t>Database: SQLite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Frontend ↔ Backend ↔ Database interaction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Working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Login → Search → Book → Admin manages data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 &amp; 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Easy to use</a:t>
            </a:r>
          </a:p>
          <a:p>
            <a:r>
              <a:t>Saves time</a:t>
            </a:r>
          </a:p>
          <a:p>
            <a:r>
              <a:t>Future: payments, mobile app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Efficient platform for local services</a:t>
            </a:r>
          </a:p>
          <a:p>
            <a:r>
              <a:t>Improves accessibility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TM03090434[[fn=Wood Type]]</Template>
  <TotalTime>5</TotalTime>
  <Words>142</Words>
  <Application>Microsoft Office PowerPoint</Application>
  <PresentationFormat>On-screen Show (4:3)</PresentationFormat>
  <Paragraphs>39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Rockwell</vt:lpstr>
      <vt:lpstr>Rockwell Condensed</vt:lpstr>
      <vt:lpstr>Wingdings</vt:lpstr>
      <vt:lpstr>Wood Type</vt:lpstr>
      <vt:lpstr>Quick Service Finder</vt:lpstr>
      <vt:lpstr>Introduction</vt:lpstr>
      <vt:lpstr>Problem Statement</vt:lpstr>
      <vt:lpstr>Solution</vt:lpstr>
      <vt:lpstr>Features</vt:lpstr>
      <vt:lpstr>Technology Stack</vt:lpstr>
      <vt:lpstr>System Architecture</vt:lpstr>
      <vt:lpstr>Working Process</vt:lpstr>
      <vt:lpstr>Advantages &amp; Future Scope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Y S KAUSHIK REDDY</cp:lastModifiedBy>
  <cp:revision>3</cp:revision>
  <dcterms:created xsi:type="dcterms:W3CDTF">2013-01-27T09:14:16Z</dcterms:created>
  <dcterms:modified xsi:type="dcterms:W3CDTF">2026-04-22T16:05:40Z</dcterms:modified>
  <cp:category/>
</cp:coreProperties>
</file>